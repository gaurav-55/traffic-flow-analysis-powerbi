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7570-CC4A-E5DE-D80A-1133EF8D0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5723D-399A-439D-B119-6DECC6D4A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DFD9C-DF07-7785-3226-6BE82A30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B29AF-9AEC-3C33-EB04-C8AF56D4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1E060-EA3B-E10F-9719-9C60CF59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BD5A-2AF3-9BFE-7C1E-353E15D6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6BE9-67CB-3AE7-9182-318B908A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2B9B0-0F77-91AB-7727-A370D6D2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B1BF2-2FC3-841A-1CAC-D8428847A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44E64-D9B1-88C7-0FCB-3539E49B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31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BD42-2919-D73E-F8D8-DAF23601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546D8-FD1A-B9B5-3E8E-8D1968608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33E63-E123-F3FB-1C06-0DB1CADB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CB0D-2A69-D049-1BDE-C77F4C4C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19362-48B2-CA81-5789-597AF0DF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76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D7A6-229A-A6A9-8133-F6BF356E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76E1-9B90-96BC-0524-3DF25B55F7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7782-0B51-B2C6-0A4D-C9EC88A86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A9180-8829-EDEE-CE88-C8EE609F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81CF7-05F2-92B0-B84B-8BBEC11A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4C374-6F5B-4783-470D-B4AE696B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22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D98-B40A-36B6-CB1E-80E13F08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0F36-FBD3-51C1-98DA-B1D9D43C5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3F074-E7EF-27DF-CE36-3AAF7215B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7E8A6-2CA5-4CA5-E7F9-A4BEA64A0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32B78-D112-C889-F0F0-D25EBBC49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DA815-A387-2CF6-51FC-1D0A5718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FC9BF-A857-E210-537C-E7FE3053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1CA43-50D9-39C7-0901-37E55418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64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F495-A460-BC98-2F0D-BEAD4054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F371E-9D5D-F8C1-2243-90E8195A1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ED735-0B2C-FF79-AE4B-C558F1A4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D62E7-A8E1-FC7E-CD98-DD291414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2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221E5-BA4D-4BCD-F7C6-95CFD440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64B24-D458-52AC-50C4-B306170B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70469-67F8-E257-8174-3A19A912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1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322E-1056-111E-9368-996E93D5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00E3E-A325-8E3E-D018-4BF9DB03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65485-01BD-B7E9-2DDA-2F93BE375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44C1A-E9EF-EB55-3D9B-59569184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B3D2D-F2C4-DA78-2DA3-5137C9DA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31AF-31C4-8520-7388-A3440E47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442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BFE3-2745-D7AF-362F-6E97A32B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682031-938E-0250-3054-FBB0C8066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87849-F958-F4BE-713D-C55973783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461A4-21BC-2F42-24A3-3CB90EE2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7E72D-A28C-22F0-A13D-D6F9278A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1B6C9-3399-A2FC-3DFD-06D3B3A2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3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AC20-91C6-4E70-341C-182365B4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211AC-A225-938B-74AC-6C95F8EEF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B5EF-C3A7-54D2-4151-F91EA58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D8351-4EAE-F7D1-0797-0471653D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D165C-0D31-1700-29EE-3C9C4348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32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16ED1-8FE3-C136-32B0-ACE5548CD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326B7-0763-173E-3E3B-A52C63957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37D91-7192-A936-F75D-964A9775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5C720-250B-43DD-05C8-7B0F2241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A3B6-B326-7D07-0B55-E6E5213E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05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235D57-ECAF-5A0D-EC3B-FFCE3359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C8559-B941-C2EE-BAA8-F398A00E6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6A672-882B-5D31-B955-E6ABAC81B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1F0F-5DFB-4285-80E7-FE837D979E7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50CB8-8159-42C4-6F43-7C2D8781E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DB02A-FCEA-69B8-0002-DE0D267E6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C147D-F1E9-494C-A1CD-15109315E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2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B805-700D-FEF3-A15C-B9FECBF68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Traffic Flow Analysis Using Power BI</a:t>
            </a:r>
            <a:endParaRPr lang="en-IN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9B67C-C223-1082-2067-D57CA3A1D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Traffic analysis across multiple junctions using historical data (2015–2017)</a:t>
            </a:r>
          </a:p>
        </p:txBody>
      </p:sp>
    </p:spTree>
    <p:extLst>
      <p:ext uri="{BB962C8B-B14F-4D97-AF65-F5344CB8AC3E}">
        <p14:creationId xmlns:p14="http://schemas.microsoft.com/office/powerpoint/2010/main" val="3363205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3F30-8555-5A20-EF6E-1E9C4B43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8A87-AC43-E648-AF06-12EBC032C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traffic patterns and predicting congestion to improve traffic management and support better urban planning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74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E987-AD06-4602-522C-3005887B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91D1-58CB-1569-42C7-144893979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77259-EC89-FF5D-7BF9-29C7955DA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 traffic data from 2015 to 2017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collected across 4 junctions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variables: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Junction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A54FED-6F8B-8E3E-0B0E-6240E73CF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685" y="3383072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0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6DC3F-DB34-0CEF-5AE2-A15F0337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795D-8E9D-978C-823A-F1DC7FD13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F7BD-2FCE-F8FF-57E3-FF0EBFBD6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Cleaned missing and null values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Converted </a:t>
            </a:r>
            <a:r>
              <a:rPr lang="en-US" altLang="en-US" sz="2000" dirty="0" err="1">
                <a:latin typeface="Arial" panose="020B0604020202020204" pitchFamily="34" charset="0"/>
              </a:rPr>
              <a:t>DateTime</a:t>
            </a:r>
            <a:r>
              <a:rPr lang="en-US" altLang="en-US" sz="2000" dirty="0">
                <a:latin typeface="Arial" panose="020B0604020202020204" pitchFamily="34" charset="0"/>
              </a:rPr>
              <a:t> into proper format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Created new time-based columns: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Hour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Day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Month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Ensured consistent data types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54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D8EE-8733-0D3F-D8C4-C0676372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F729-3872-523F-F0CF-885E39FA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AEDE4-1BFB-8585-01B2-B0575B161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512"/>
            <a:ext cx="10515600" cy="4351338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Interactive Power BI dashboard created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Includes: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KPI cards (Total, Peak, Average traffic)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Traffic trend charts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Junction comparison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Heatmap for congestion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Slicers for filtering by date, hour, and junction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A839F-DC73-85C9-B579-18423EFD4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3453320" y="3429000"/>
            <a:ext cx="5499370" cy="314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70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3D24-5F71-DF59-B7A2-46A8DBE0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9C5967-6463-9619-378D-DD430AF479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4711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traffic observed during daytime hours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shows a consistent upward trend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Junction 1 has the highest congestion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patterns are repetitive and predictable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11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779D-83BB-2E7C-38E9-97915521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10F2-451C-CC49-5830-0269F052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Forecasting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58EA68-41DB-ABD9-6123-0CA3A6DF4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7497"/>
            <a:ext cx="701202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time-series forecasting in Power BI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historical data to predict future traffic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shows increasing traffic trend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interval (95%) indicates prediction reliability </a:t>
            </a:r>
          </a:p>
        </p:txBody>
      </p:sp>
    </p:spTree>
    <p:extLst>
      <p:ext uri="{BB962C8B-B14F-4D97-AF65-F5344CB8AC3E}">
        <p14:creationId xmlns:p14="http://schemas.microsoft.com/office/powerpoint/2010/main" val="410119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C0F2-4883-C6C2-8EF7-4EFB9C73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6B6C-3246-35B5-D5ED-D7EE839BA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D627-1198-2554-C1F4-06FA23896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Optimize traffic signal timings during peak hours </a:t>
            </a:r>
          </a:p>
          <a:p>
            <a:r>
              <a:rPr lang="en-US" sz="2000" dirty="0"/>
              <a:t>Implement congestion control strategies </a:t>
            </a:r>
          </a:p>
          <a:p>
            <a:r>
              <a:rPr lang="en-US" sz="2000" dirty="0"/>
              <a:t>Improve road infrastructure in high-traffic areas </a:t>
            </a:r>
          </a:p>
          <a:p>
            <a:r>
              <a:rPr lang="en-US" sz="2000" dirty="0"/>
              <a:t>Use predictive insights for better urban planning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65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0DD8-C3C4-2B80-8B8E-A1ED79CF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FADD7-AB64-7B9E-48FB-0D79336B4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Power BI enables effective traffic analysis through visualization and forecasting.</a:t>
            </a:r>
            <a:br>
              <a:rPr lang="en-US" sz="2000" dirty="0"/>
            </a:br>
            <a:r>
              <a:rPr lang="en-US" sz="2000" dirty="0"/>
              <a:t>The insights generated can help improve traffic management and support data-driven decision-making for future planning.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441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237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Traffic Flow Analysis Using Power BI</vt:lpstr>
      <vt:lpstr>Problem Statement</vt:lpstr>
      <vt:lpstr>Dataset</vt:lpstr>
      <vt:lpstr>Data Preparation</vt:lpstr>
      <vt:lpstr>Dashboard Overview</vt:lpstr>
      <vt:lpstr>Key Insights</vt:lpstr>
      <vt:lpstr>Forecasting</vt:lpstr>
      <vt:lpstr>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Sutar</dc:creator>
  <cp:lastModifiedBy>Gaurav Sutar</cp:lastModifiedBy>
  <cp:revision>1</cp:revision>
  <dcterms:created xsi:type="dcterms:W3CDTF">2026-03-27T09:20:06Z</dcterms:created>
  <dcterms:modified xsi:type="dcterms:W3CDTF">2026-03-27T09:31:55Z</dcterms:modified>
</cp:coreProperties>
</file>